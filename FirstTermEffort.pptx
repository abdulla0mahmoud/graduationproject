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9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4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2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2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1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5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18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1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7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12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9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91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4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9CAF03E-F3F3-4F19-8A36-26AA9BAC42E9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CF216DC-B6FD-4C44-A439-D41BBAD0B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11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9A07-D4E7-689D-F09D-E498C2128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First Term Efforts.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6020A-D9F6-6272-5DC4-B224D931D6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61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4AB7-4D65-6B82-196F-B63ED71E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For Ideas.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C24B4-B9BC-39C1-62EF-00E40B89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beginning I had participated in the searching for the core idea of the Graduation Project, and I interested in a project that aims to implement an Oscillatory Neural Network which measures the phase differences between some oscillators to generate binary data.</a:t>
            </a:r>
          </a:p>
          <a:p>
            <a:r>
              <a:rPr lang="en-US" dirty="0"/>
              <a:t>Finaly, we decided that this project is not suitable for us because the resources of that topic was extremely rare to us.</a:t>
            </a:r>
          </a:p>
        </p:txBody>
      </p:sp>
    </p:spTree>
    <p:extLst>
      <p:ext uri="{BB962C8B-B14F-4D97-AF65-F5344CB8AC3E}">
        <p14:creationId xmlns:p14="http://schemas.microsoft.com/office/powerpoint/2010/main" val="118052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5561-B8AC-4812-A559-77F920AF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Zigbee Project.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8486-005C-F345-CED5-8CF673A89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searching we had decided that our GP would be the Zigbee wireless communication device with some new features one of these features is using a Recurrent Neural Network which would replace the traditional receiver blocks.</a:t>
            </a:r>
          </a:p>
        </p:txBody>
      </p:sp>
    </p:spTree>
    <p:extLst>
      <p:ext uri="{BB962C8B-B14F-4D97-AF65-F5344CB8AC3E}">
        <p14:creationId xmlns:p14="http://schemas.microsoft.com/office/powerpoint/2010/main" val="312441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162B-75B1-E0B3-8521-21C6E905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/>
              <a:t>Recurrent Neural Network.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F1869-9B13-7DF0-EE25-BB33CF3AC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r>
              <a:rPr lang="en-US" sz="1600"/>
              <a:t>By dedicating my efforts to extensive research on neural networks, I have successfully gained an in-depth understanding of their various types, workings, and benefits. </a:t>
            </a:r>
          </a:p>
          <a:p>
            <a:r>
              <a:rPr lang="en-US" sz="1600"/>
              <a:t>Then I worked on getting knowledge about the RNN itself and its features and different types like vanilla RNN and Long Short-Term Memory with their pros and cons.</a:t>
            </a:r>
          </a:p>
        </p:txBody>
      </p:sp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334D09E1-94EE-7B5F-1150-5DA3035E5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51" y="2560591"/>
            <a:ext cx="6277349" cy="3421155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92692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EE12-776D-503E-8E78-B52625A76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Training Concept.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D653-A173-962D-4472-5C9A91D7A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r>
              <a:rPr lang="en-US" sz="1600"/>
              <a:t>In our project the RNN must behave in some manner and to do that we should train it properly. My work was about what is the meaning of training a hardware machine how is it done and what is its mathematical background.</a:t>
            </a:r>
          </a:p>
          <a:p>
            <a:r>
              <a:rPr lang="en-US" sz="1600"/>
              <a:t>After that I started to search for software platforms and libraries that present these services and how to write software code that performs the training.</a:t>
            </a:r>
          </a:p>
        </p:txBody>
      </p:sp>
      <p:pic>
        <p:nvPicPr>
          <p:cNvPr id="4" name="Picture 3" descr="A colorful gridded mesh on a grid&#10;&#10;Description automatically generated with medium confidence">
            <a:extLst>
              <a:ext uri="{FF2B5EF4-FFF2-40B4-BE49-F238E27FC236}">
                <a16:creationId xmlns:a16="http://schemas.microsoft.com/office/drawing/2014/main" id="{4EFEA17A-C89F-1DF0-A045-DA66718BC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413" y="2413000"/>
            <a:ext cx="5652224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77162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327C-44DD-B3AA-F4C0-FA39E630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MATLAB Code.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E45C-07EE-F0BF-A9A2-D7D4DB68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r>
              <a:rPr lang="en-US" sz="1600"/>
              <a:t>Eventually after deciding the forms of the data that our RNN will deal with, I started to write a MATLAB code that generates the signals which is transmitted by the Zigbee transmitter by the different symbols.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CF7DAD9-C34B-4608-8BC6-08202A1A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51" y="2795992"/>
            <a:ext cx="6277349" cy="2950353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294724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104</TotalTime>
  <Words>292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2</vt:lpstr>
      <vt:lpstr>Quotable</vt:lpstr>
      <vt:lpstr>First Term Efforts.</vt:lpstr>
      <vt:lpstr>Searching For Ideas.</vt:lpstr>
      <vt:lpstr>Zigbee Project.</vt:lpstr>
      <vt:lpstr>Recurrent Neural Network.</vt:lpstr>
      <vt:lpstr>Training Concept.</vt:lpstr>
      <vt:lpstr>MATLAB Code.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Term Efforts.</dc:title>
  <dc:creator>زياد احمد فوزى حفنى على</dc:creator>
  <cp:lastModifiedBy>زياد احمد فوزى حفنى على</cp:lastModifiedBy>
  <cp:revision>2</cp:revision>
  <dcterms:created xsi:type="dcterms:W3CDTF">2024-02-03T19:03:24Z</dcterms:created>
  <dcterms:modified xsi:type="dcterms:W3CDTF">2024-02-03T20:48:10Z</dcterms:modified>
</cp:coreProperties>
</file>